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0f004455c42f7" /><Relationship Type="http://schemas.openxmlformats.org/officeDocument/2006/relationships/extended-properties" Target="/docProps/app.xml" Id="R80bb2c7e34744faf" /><Relationship Type="http://schemas.openxmlformats.org/officeDocument/2006/relationships/officeDocument" Target="/ppt/presentation.xml" Id="Re267ac97d7e1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d530f604846e6"/>
  </p:sldMasterIdLst>
  <p:notesMasterIdLst>
    <p:notesMasterId xmlns:r="http://schemas.openxmlformats.org/officeDocument/2006/relationships" r:id="R32d290dad51047c4"/>
  </p:notesMasterIdLst>
  <p:sldIdLst>
    <p:sldId xmlns:r="http://schemas.openxmlformats.org/officeDocument/2006/relationships" id="256" r:id="R71163aa752cd4525"/>
    <p:sldId xmlns:r="http://schemas.openxmlformats.org/officeDocument/2006/relationships" id="257" r:id="Rabe6a00ef8304535"/>
    <p:sldId xmlns:r="http://schemas.openxmlformats.org/officeDocument/2006/relationships" id="258" r:id="R7ac76fbc7f574bad"/>
    <p:sldId xmlns:r="http://schemas.openxmlformats.org/officeDocument/2006/relationships" id="259" r:id="Reebf2d187b3049cf"/>
    <p:sldId xmlns:r="http://schemas.openxmlformats.org/officeDocument/2006/relationships" id="260" r:id="R1f69feb42f3a4b43"/>
    <p:sldId xmlns:r="http://schemas.openxmlformats.org/officeDocument/2006/relationships" id="261" r:id="R09bb87b66d374fab"/>
    <p:sldId xmlns:r="http://schemas.openxmlformats.org/officeDocument/2006/relationships" id="262" r:id="R86f031ee483540e9"/>
    <p:sldId xmlns:r="http://schemas.openxmlformats.org/officeDocument/2006/relationships" id="263" r:id="R8614247bd93d42ac"/>
    <p:sldId xmlns:r="http://schemas.openxmlformats.org/officeDocument/2006/relationships" id="264" r:id="R46d453301d2642b0"/>
    <p:sldId xmlns:r="http://schemas.openxmlformats.org/officeDocument/2006/relationships" id="265" r:id="R942269fba4b94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d01fabfc1b4a28" /><Relationship Type="http://schemas.openxmlformats.org/officeDocument/2006/relationships/slideMaster" Target="/ppt/slideMasters/slideMaster1.xml" Id="Rb0cd530f604846e6" /><Relationship Type="http://schemas.openxmlformats.org/officeDocument/2006/relationships/notesMaster" Target="/ppt/notesMasters/notesMaster1.xml" Id="R32d290dad51047c4" /><Relationship Type="http://schemas.openxmlformats.org/officeDocument/2006/relationships/presProps" Target="/ppt/presProps.xml" Id="Rcc967a7bdd2741ee" /><Relationship Type="http://schemas.openxmlformats.org/officeDocument/2006/relationships/tableStyles" Target="/ppt/tableStyles.xml" Id="R530b22a25e9d49a8" /><Relationship Type="http://schemas.openxmlformats.org/officeDocument/2006/relationships/slide" Target="/ppt/slides/slide1.xml" Id="R71163aa752cd4525" /><Relationship Type="http://schemas.openxmlformats.org/officeDocument/2006/relationships/slide" Target="/ppt/slides/slide2.xml" Id="Rabe6a00ef8304535" /><Relationship Type="http://schemas.openxmlformats.org/officeDocument/2006/relationships/slide" Target="/ppt/slides/slide3.xml" Id="R7ac76fbc7f574bad" /><Relationship Type="http://schemas.openxmlformats.org/officeDocument/2006/relationships/slide" Target="/ppt/slides/slide4.xml" Id="Reebf2d187b3049cf" /><Relationship Type="http://schemas.openxmlformats.org/officeDocument/2006/relationships/slide" Target="/ppt/slides/slide5.xml" Id="R1f69feb42f3a4b43" /><Relationship Type="http://schemas.openxmlformats.org/officeDocument/2006/relationships/slide" Target="/ppt/slides/slide6.xml" Id="R09bb87b66d374fab" /><Relationship Type="http://schemas.openxmlformats.org/officeDocument/2006/relationships/slide" Target="/ppt/slides/slide7.xml" Id="R86f031ee483540e9" /><Relationship Type="http://schemas.openxmlformats.org/officeDocument/2006/relationships/slide" Target="/ppt/slides/slide8.xml" Id="R8614247bd93d42ac" /><Relationship Type="http://schemas.openxmlformats.org/officeDocument/2006/relationships/slide" Target="/ppt/slides/slide9.xml" Id="R46d453301d2642b0" /><Relationship Type="http://schemas.openxmlformats.org/officeDocument/2006/relationships/slide" Target="/ppt/slides/slide10.xml" Id="R942269fba4b9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bd9aefd5aa4b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bf33c94184a8e" /><Relationship Type="http://schemas.openxmlformats.org/officeDocument/2006/relationships/notesMaster" Target="/ppt/notesMasters/notesMaster1.xml" Id="Rada583965290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a648ca66d436c" /><Relationship Type="http://schemas.openxmlformats.org/officeDocument/2006/relationships/notesMaster" Target="/ppt/notesMasters/notesMaster1.xml" Id="R7746455b4505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1b57bfe394d72" /><Relationship Type="http://schemas.openxmlformats.org/officeDocument/2006/relationships/notesMaster" Target="/ppt/notesMasters/notesMaster1.xml" Id="Rd52ba080b4a3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d58c04b2e4497f" /><Relationship Type="http://schemas.openxmlformats.org/officeDocument/2006/relationships/notesMaster" Target="/ppt/notesMasters/notesMaster1.xml" Id="R5c61ce0304a7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ba4305cb341e1" /><Relationship Type="http://schemas.openxmlformats.org/officeDocument/2006/relationships/notesMaster" Target="/ppt/notesMasters/notesMaster1.xml" Id="Rfa4a138142e8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bc533f8e3401f" /><Relationship Type="http://schemas.openxmlformats.org/officeDocument/2006/relationships/notesMaster" Target="/ppt/notesMasters/notesMaster1.xml" Id="Ra0fb956ed7bb4a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d09187f87a4d36" /><Relationship Type="http://schemas.openxmlformats.org/officeDocument/2006/relationships/notesMaster" Target="/ppt/notesMasters/notesMaster1.xml" Id="Rd5bfd64ffc2e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4b0e1834c4f83" /><Relationship Type="http://schemas.openxmlformats.org/officeDocument/2006/relationships/notesMaster" Target="/ppt/notesMasters/notesMaster1.xml" Id="Rc60246767e014e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c900d6bb14460" /><Relationship Type="http://schemas.openxmlformats.org/officeDocument/2006/relationships/notesMaster" Target="/ppt/notesMasters/notesMaster1.xml" Id="Rd4e619afea3b40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a39ac172a0460b" /><Relationship Type="http://schemas.openxmlformats.org/officeDocument/2006/relationships/notesMaster" Target="/ppt/notesMasters/notesMaster1.xml" Id="Ra1365cc9922f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7237743a844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377427cfa4f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3dea43cb641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22074210547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0c8fe11bc41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32abd8f7b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57CC96-2E48-48B6-82C0-18D56046A7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A8000F-ED44-4B3D-B7FA-FAADA924E8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421C23-F963-4331-8166-1C20E706B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BA46D7-0AF4-4F58-A0DA-B7B18751E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9C4086-3BBF-40D5-A181-F99BB12D4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CB2BAF-8355-429A-95C0-A06F44CBC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0DC18F-8DA4-4012-874F-7D19C4C80D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7CEDFB-72DA-4D20-A8D0-F7B1E99F9A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A54F7-F95C-4F0E-85FC-D9185AD11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6B97C-8D19-4124-82D0-16AD23E6C7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97bf5d2374aec" /><Relationship Type="http://schemas.openxmlformats.org/officeDocument/2006/relationships/slideLayout" Target="/ppt/slideLayouts/slideLayout1.xml" Id="Rf869c6ed0371438d" /><Relationship Type="http://schemas.openxmlformats.org/officeDocument/2006/relationships/slideLayout" Target="/ppt/slideLayouts/slideLayout2.xml" Id="R73b1831d3e814c97" /><Relationship Type="http://schemas.openxmlformats.org/officeDocument/2006/relationships/slideLayout" Target="/ppt/slideLayouts/slideLayout3.xml" Id="R95814a271c104c9e" /><Relationship Type="http://schemas.openxmlformats.org/officeDocument/2006/relationships/slideLayout" Target="/ppt/slideLayouts/slideLayout4.xml" Id="Rfed3abe4e68d4da5" /><Relationship Type="http://schemas.openxmlformats.org/officeDocument/2006/relationships/slideLayout" Target="/ppt/slideLayouts/slideLayout5.xml" Id="R7f5538a1715b4efc" /><Relationship Type="http://schemas.openxmlformats.org/officeDocument/2006/relationships/slideLayout" Target="/ppt/slideLayouts/slideLayout6.xml" Id="Re45fd082e269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69c6ed0371438d"/>
    <p:sldLayoutId xmlns:r="http://schemas.openxmlformats.org/officeDocument/2006/relationships" id="2147483650" r:id="R73b1831d3e814c97"/>
    <p:sldLayoutId xmlns:r="http://schemas.openxmlformats.org/officeDocument/2006/relationships" id="2147483651" r:id="R95814a271c104c9e"/>
    <p:sldLayoutId xmlns:r="http://schemas.openxmlformats.org/officeDocument/2006/relationships" id="2147483652" r:id="Rfed3abe4e68d4da5"/>
    <p:sldLayoutId xmlns:r="http://schemas.openxmlformats.org/officeDocument/2006/relationships" id="2147483653" r:id="R7f5538a1715b4efc"/>
    <p:sldLayoutId xmlns:r="http://schemas.openxmlformats.org/officeDocument/2006/relationships" id="2147483654" r:id="Re45fd082e269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f9ba9fd794575" /><Relationship Type="http://schemas.openxmlformats.org/officeDocument/2006/relationships/notesSlide" Target="/ppt/notesSlides/notesSlide1.xml" Id="R2d39642c4bff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8ee9daf6a434a" /><Relationship Type="http://schemas.openxmlformats.org/officeDocument/2006/relationships/notesSlide" Target="/ppt/notesSlides/notesSlide2.xml" Id="R063c4ef55f2d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409c5a9f34da9" /><Relationship Type="http://schemas.openxmlformats.org/officeDocument/2006/relationships/notesSlide" Target="/ppt/notesSlides/notesSlide3.xml" Id="R28e63dfacddb42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ba00e91f54857" /><Relationship Type="http://schemas.openxmlformats.org/officeDocument/2006/relationships/notesSlide" Target="/ppt/notesSlides/notesSlide4.xml" Id="R021114685c36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72246b0c44144" /><Relationship Type="http://schemas.openxmlformats.org/officeDocument/2006/relationships/notesSlide" Target="/ppt/notesSlides/notesSlide5.xml" Id="Re17297faf8a4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03548a134423a" /><Relationship Type="http://schemas.openxmlformats.org/officeDocument/2006/relationships/notesSlide" Target="/ppt/notesSlides/notesSlide6.xml" Id="R95345bb37f48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e54f07944432d" /><Relationship Type="http://schemas.openxmlformats.org/officeDocument/2006/relationships/image" Target="/ppt/media/image.png" Id="R44bac42c21304db3" /><Relationship Type="http://schemas.openxmlformats.org/officeDocument/2006/relationships/image" Target="/ppt/media/image2.png" Id="R047dffcd3be045d3" /><Relationship Type="http://schemas.openxmlformats.org/officeDocument/2006/relationships/notesSlide" Target="/ppt/notesSlides/notesSlide7.xml" Id="R08d37a02ff6a45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9f6deaa26465e" /><Relationship Type="http://schemas.openxmlformats.org/officeDocument/2006/relationships/image" Target="/ppt/media/image3.png" Id="Rb63b83ba7c2c488e" /><Relationship Type="http://schemas.openxmlformats.org/officeDocument/2006/relationships/image" Target="/ppt/media/image4.png" Id="R7bebd38fe7314f2c" /><Relationship Type="http://schemas.openxmlformats.org/officeDocument/2006/relationships/notesSlide" Target="/ppt/notesSlides/notesSlide8.xml" Id="Re159f7d6aa8b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a3d1d74f94c8c" /><Relationship Type="http://schemas.openxmlformats.org/officeDocument/2006/relationships/notesSlide" Target="/ppt/notesSlides/notesSlide9.xml" Id="R6962587842be41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5e69baf2b4c43" /><Relationship Type="http://schemas.openxmlformats.org/officeDocument/2006/relationships/notesSlide" Target="/ppt/notesSlides/notesSlide10.xml" Id="R0655848110ff46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70B8E-D4CA-4CBF-AC31-1E936CB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3476625" cy="51911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12233A"/>
          </a:solidFill>
          <a:ln xmlns:a="http://schemas.openxmlformats.org/drawingml/2006/main" w="9525">
            <a:solidFill>
              <a:srgbClr val="2441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C975C-FCE5-4636-92C6-5E57BF08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TRAP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D1BC9-B20B-4D6E-9CCE-39217A58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BBD5E1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D5E1"/>
                </a:solidFill>
              </a:defRPr>
            </a:pPr>
            <a:r>
              <a:rPr sz="2100" b="0">
                <a:solidFill>
                  <a:srgbClr val="BBD5E1"/>
                </a:solidFill>
              </a:rPr>
              <a:t>AI scam &amp; fair-price detector for travelers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C70F0-BC9A-4D60-8F4A-9138A0E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6B6D4"/>
                </a:solidFill>
              </a:defRPr>
            </a:pPr>
            <a:r>
              <a:rPr sz="2325" b="1">
                <a:solidFill>
                  <a:srgbClr val="06B6D4"/>
                </a:solidFill>
              </a:rPr>
              <a:t>Know the local price before you pay.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63881-7BC9-4344-AFF0-9E96E7C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38250"/>
            <a:ext cx="2571750" cy="4191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9253B-29C6-4718-9947-D024032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504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BANGKOK · SAMPLE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8DB3-4C9B-45A6-8127-DCA5F74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81200"/>
            <a:ext cx="2047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6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8F90B-0A53-46EC-9404-2DD1190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Pad Thai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EEAA7-DF82-4E1D-BA1D-1606366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EF4355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EF4355"/>
                </a:solidFill>
              </a:defRPr>
            </a:pPr>
            <a:r>
              <a:rPr sz="2025" b="1">
                <a:solidFill>
                  <a:srgbClr val="EF4355"/>
                </a:solidFill>
              </a:rPr>
              <a:t>฿500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330C5-E7D6-4CD1-A85A-7A4F3E3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SCAM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6D118-6A8E-4326-9256-9EE3B4B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EF4355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EF4355"/>
                </a:solidFill>
              </a:defRPr>
            </a:pPr>
            <a:r>
              <a:rPr sz="4650" b="1">
                <a:solidFill>
                  <a:srgbClr val="EF4355"/>
                </a:solidFill>
              </a:rPr>
              <a:t>92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4A499-1639-4DC3-8DF7-970B18B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90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/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38BC4-4E07-4262-8446-D066724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09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BF3"/>
          </a:solidFill>
          <a:ln xmlns:a="http://schemas.openxmlformats.org/drawingml/2006/main" w="9525">
            <a:solidFill>
              <a:srgbClr val="BCEB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988AF-B63B-4C3A-8B34-B31D67A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196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B981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Fair range  ฿50–120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5CDF8-092D-4688-BF1E-3677AD61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94A3B8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Built for travelers, by travelers</a:t>
            </a:r>
          </a:p>
        </p:txBody>
      </p:sp>
    </p:spTree>
    <p:extLst>
      <p:ext uri="{BB962C8B-B14F-4D97-AF65-F5344CB8AC3E}">
        <p14:creationId xmlns:p14="http://schemas.microsoft.com/office/powerpoint/2010/main" val="1539401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00A24-D005-4A56-A69F-FCD554FE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30371-2E8D-4582-9195-D457F968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Travel prices are hard to verify in the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CFD0-0370-44AE-9528-8C1AB2D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39C40-3D69-43BA-9B6B-64C727F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AFC6-03B3-4C29-AA46-E50E429C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84EA6-7060-4F99-86F9-E8937AFF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 traveler sees a price. Local context is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CEA38-61E1-428B-8F4A-73025A3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D760E-C871-474E-BD29-D0A4D0F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EF4355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F4355"/>
                </a:solidFill>
              </a:defRPr>
            </a:pPr>
            <a:r>
              <a:rPr sz="2850" b="1">
                <a:solidFill>
                  <a:srgbClr val="EF4355"/>
                </a:solidFill>
              </a:rPr>
              <a:t>200–500%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21484-8149-48FE-A111-5DEC9DB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overcharge claim in project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E818C-5E2D-4728-9C1B-8E3D3356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9837D-C7A6-421B-BB8D-5A31B772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9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59E0B"/>
                </a:solidFill>
              </a:defRPr>
            </a:pPr>
            <a:r>
              <a:rPr sz="2850" b="1">
                <a:solidFill>
                  <a:srgbClr val="F59E0B"/>
                </a:solidFill>
              </a:rPr>
              <a:t>73%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617F2-851E-4B59-B1D9-DB74F960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survey claim in project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EA950-9A41-4408-AC7F-DA95861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3238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83593-630B-49D2-98FA-61E0E1B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38ED0-8231-4E8C-A036-216FCEA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instant price-check tools*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5715D-0091-4E09-95BB-6B54AC93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The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13D08-6C33-42E1-BF7C-2F36C101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28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• No quick way to compare a bill with local prices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• Language barriers make negotiation harder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• Reviews describe places; they rarely check the price in front of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2FE0F-2BEF-45CF-9A3E-C7FB19F7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8FC"/>
          </a:solidFill>
          <a:ln xmlns:a="http://schemas.openxmlformats.org/drawingml/2006/main" w="9525">
            <a:solidFill>
              <a:srgbClr val="BFEA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5ED10-1D1E-47A6-B17F-8EE314F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EF4355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EF4355"/>
                </a:solidFill>
              </a:defRPr>
            </a:pPr>
            <a:r>
              <a:rPr sz="4050" b="1">
                <a:solidFill>
                  <a:srgbClr val="EF4355"/>
                </a:solidFill>
              </a:rPr>
              <a:t>฿500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AA67A-B0CF-40DB-8BD8-AEC7BF5F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for a street-side Pad Thai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D5C4B-2E9A-4998-BAF2-5E816D22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B981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B981"/>
                </a:solidFill>
              </a:defRPr>
            </a:pPr>
            <a:r>
              <a:rPr sz="1425" b="1">
                <a:solidFill>
                  <a:srgbClr val="10B981"/>
                </a:solidFill>
              </a:rPr>
              <a:t>Local reference: ฿50–120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DA3B7-5FB9-4F88-88FD-074653C4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29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*Treat percentages and market-wide claims as hypotheses until independently sourced.</a:t>
            </a:r>
          </a:p>
        </p:txBody>
      </p:sp>
    </p:spTree>
    <p:extLst>
      <p:ext uri="{BB962C8B-B14F-4D97-AF65-F5344CB8AC3E}">
        <p14:creationId xmlns:p14="http://schemas.microsoft.com/office/powerpoint/2010/main" val="1840680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14EED-5C3D-4B27-8AB7-565794F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837CE-5894-47D4-BEC7-40D66F7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One photo. Three useful answers.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D8921-D1BD-499F-B660-B03C860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CF39-50B8-476B-A417-D78F356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9015E-C25B-4740-B798-FC492FCE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7AF90-B0FB-4ADA-9459-D9F081A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1A89-48C6-47DF-A5DA-20AB7051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925BF-B652-4BAD-AEEE-585BBD6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6B6D4"/>
                </a:solidFill>
              </a:defRPr>
            </a:pPr>
            <a:r>
              <a:rPr sz="3600" b="1">
                <a:solidFill>
                  <a:srgbClr val="06B6D4"/>
                </a:solidFill>
              </a:rPr>
              <a:t>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1CBDC-43BC-4329-A744-7B67464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SNAP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2FB13-1BDB-4FFD-B111-F638945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Bill, menu, meter or price tag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D57C2-D550-47BD-9794-A696677E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242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6B6D4"/>
                </a:solidFill>
              </a:defRPr>
            </a:pPr>
            <a:r>
              <a:rPr sz="210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FB26-359E-4819-BCE7-2D8F07D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165F5-E7ED-4CEA-B168-8EFFBC8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92A8C-4CD2-40C7-B053-38B3418A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6B6D4"/>
                </a:solidFill>
              </a:defRPr>
            </a:pPr>
            <a:r>
              <a:rPr sz="3600" b="1">
                <a:solidFill>
                  <a:srgbClr val="06B6D4"/>
                </a:solidFill>
              </a:rPr>
              <a:t>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B1269-6072-44CC-A98D-604F204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B4458-A049-460F-AC8F-2484DD1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vision or offline 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ACC04-45B4-41EE-B558-095FC1D3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242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6B6D4"/>
                </a:solidFill>
              </a:defRPr>
            </a:pPr>
            <a:r>
              <a:rPr sz="210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CD8BB-F6BC-4F69-B346-E48CF86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B410D-F18A-4A0D-8263-C016404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03DD7-07D4-43EB-886A-EB882E8F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6B6D4"/>
                </a:solidFill>
              </a:defRPr>
            </a:pPr>
            <a:r>
              <a:rPr sz="36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85440-27DB-4FD2-AE6A-A5CC0DB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D2D36-A63C-46D7-A1AB-BAA238F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Score, fair range, local tip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5D6B9-E864-4684-ABAE-2367664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No signup   ·   No photo storage   ·   Offline fallback</a:t>
            </a:r>
          </a:p>
        </p:txBody>
      </p:sp>
    </p:spTree>
    <p:extLst>
      <p:ext uri="{BB962C8B-B14F-4D97-AF65-F5344CB8AC3E}">
        <p14:creationId xmlns:p14="http://schemas.microsoft.com/office/powerpoint/2010/main" val="1267186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FE86F-C143-46ED-9C37-971040B1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CCC91-FBFD-4BF7-AF86-192A2772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 resilient analysis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FF08C-1D97-49C8-A1E0-3A10FEE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6CC6D-4C3F-422F-B5F2-157DFE0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29CD0-CAAA-4416-ABD0-53819FFE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DDA33-BC29-4450-B0D9-A68D759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6D6C7-E116-4590-B055-518B0507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PHOTO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DF5BA-85D6-48ED-A257-26D524C7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Upload +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FF28-0DA4-4400-B7A4-313BEE9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1BAA9-7E6B-47AD-B22C-E092C56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AI 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BF0C6-1E27-4275-9B00-751DF22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Gemini Flash*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A10FC-F5F7-429A-8C85-2149277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ED99A-05FD-451E-8AA4-4A326DF2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288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PRICE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36B31-D691-45C3-887E-A3C30E2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Fuzzy match + deterministic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1DFA6-900F-469B-B0FC-085A581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292A4-92A2-46D7-9419-F41FB1BD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OFFLINE 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9B98C-8D2B-4E7C-902B-79DCB9E7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Tesseract + regex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F79CD-7D70-4D08-9814-4F1368BD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8C1C2-C065-47E3-BB6A-F3AACF3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MANUAL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CBA94-F237-477A-89E2-C1E790F9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User-entered item + price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57E6C-245F-4698-AF1D-B43628E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28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6B6D4"/>
                </a:solidFill>
              </a:defRPr>
            </a:pPr>
            <a:r>
              <a:rPr sz="195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53DF9-E2EB-4762-A675-CB78BFA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28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6B6D4"/>
                </a:solidFill>
              </a:defRPr>
            </a:pPr>
            <a:r>
              <a:rPr sz="195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5B600-E0FE-4F96-B6F4-09ABEA14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6B6D4"/>
                </a:solidFill>
              </a:defRPr>
            </a:pPr>
            <a:r>
              <a:rPr sz="1875" b="1">
                <a:solidFill>
                  <a:srgbClr val="06B6D4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2C0EB-FF72-4804-BFBC-9A844B3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38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6B6D4"/>
                </a:solidFill>
              </a:defRPr>
            </a:pPr>
            <a:r>
              <a:rPr sz="195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582AF-2538-4E06-A90C-F3184C4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AI reads; math decides.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40172-98B7-4A14-98FB-1F53B907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If vision is unavailable, OCR and manual entry keep the scan usable. Gemini requires an API key; offline/manual paths do not.</a:t>
            </a:r>
          </a:p>
        </p:txBody>
      </p:sp>
    </p:spTree>
    <p:extLst>
      <p:ext uri="{BB962C8B-B14F-4D97-AF65-F5344CB8AC3E}">
        <p14:creationId xmlns:p14="http://schemas.microsoft.com/office/powerpoint/2010/main" val="1394553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6788A-96FC-4E28-B4CF-DFBEBA67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SCAM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7C65-7745-4563-A758-48A69E3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 transparent score, grounded in local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64AC6-87B4-4DB3-B7C2-E134E0B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1540F-7861-433F-9904-8AA0EA65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498E9-314B-4D92-9B11-83F89E02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AB2FA-D17F-411D-9D8B-4688B142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AI extracts the item and amount. The scoring formula makes the verdict.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C40DA-D371-4DE1-9E80-B9CABE1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2913C-0B18-458D-8B26-9BD62EE7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6337E-6F32-4FB2-9E18-A8ADC83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0B98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660C-7F6D-426D-920A-096783F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Below fair minimum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228C4-F21E-439D-B514-1C8B5560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0CB99-D5C9-4F46-BFE0-C77B3EE9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96600-2CF8-46E4-AFD4-AA0878A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IN 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F25AB-DE5E-4C23-B74A-04AFCC79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reference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283AB-4A70-4CA2-BE36-A09227D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7BFF0-C2FA-4ECB-BDD3-B2B4343A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3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B096D-0FB2-4019-9875-2A1EB21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EF435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EF4355"/>
                </a:solidFill>
              </a:defRPr>
            </a:pPr>
            <a:r>
              <a:rPr sz="1800" b="1">
                <a:solidFill>
                  <a:srgbClr val="EF4355"/>
                </a:solidFill>
              </a:rPr>
              <a:t>OVERCHARGED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B79A7-CF74-4B0C-875B-53716907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Above fair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2FF8C-2887-4562-8109-95A66B90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Verdict bands in code: SAFE &lt;35  ·  OVERCHARGED 35–64  ·  SCAM ≥65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3F2FE-C7D8-4E01-B9EF-F938CCC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Price references can vary by neighborhood, season and venue. Always show the range and context.</a:t>
            </a:r>
          </a:p>
        </p:txBody>
      </p:sp>
    </p:spTree>
    <p:extLst>
      <p:ext uri="{BB962C8B-B14F-4D97-AF65-F5344CB8AC3E}">
        <p14:creationId xmlns:p14="http://schemas.microsoft.com/office/powerpoint/2010/main" val="1080148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24842-8D9C-4EE3-ACFB-C38F485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DATA &amp;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4F973-BCFE-4CD9-8C08-8881A76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Three launch cities, seeded local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B09C7-D470-463A-B689-39B72A6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207CE-AB77-49E6-B5CD-279A63F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A51E9-51D1-41EF-AF37-5DFF9CF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34B10-B3B5-4F75-8807-6E91995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DEC1-7C11-45E0-818A-8D9617BD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6B6D4"/>
                </a:solidFill>
              </a:defRPr>
            </a:pPr>
            <a:r>
              <a:rPr sz="3150" b="1">
                <a:solidFill>
                  <a:srgbClr val="06B6D4"/>
                </a:solidFill>
              </a:rPr>
              <a:t>🇹🇭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32D11-8A52-4855-ABB1-C7DDB45A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BANGKOK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F37DC-9D44-45A8-9BE0-5598091F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THB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F8E58-534D-417D-8F4E-478316C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Pad Thai · taxi · 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9DEF-3362-41CC-B3CC-81D2013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1BBB6-089A-494F-9F44-1ABB4909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6B6D4"/>
                </a:solidFill>
              </a:defRPr>
            </a:pPr>
            <a:r>
              <a:rPr sz="3150" b="1">
                <a:solidFill>
                  <a:srgbClr val="06B6D4"/>
                </a:solidFill>
              </a:rPr>
              <a:t>🇮🇩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C7EE6-B7BD-4C20-99B4-C604B406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BALI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570BE-9C71-484C-AFFE-9FC36B5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IDR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F3CF4-6CC8-411A-B9FC-90AC2A7F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Nasi Goreng · rides · activities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6BFAE-F256-4160-A9BC-BF7BEF7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22F07-79D2-4148-A52C-E5EC031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6B6D4"/>
                </a:solidFill>
              </a:defRPr>
            </a:pPr>
            <a:r>
              <a:rPr sz="3150" b="1">
                <a:solidFill>
                  <a:srgbClr val="06B6D4"/>
                </a:solidFill>
              </a:rPr>
              <a:t>🇮🇳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44B9B-E7FD-42BF-9847-97D468B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JAIPUR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B1502-768B-4325-BAEA-4DD8AECB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INR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503EF-A315-4F9E-A324-656E46A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Food · transport · attractions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7888C-035A-44DD-8617-D244DF3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Seeded JSON price data  ·  fuzzy matching handles common item-name variations  ·  community reports add local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7D4B6-88B7-4E52-8BCC-16971472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Project prompt says 45+ entries; verify dataset count before presenting as a measured total.</a:t>
            </a:r>
          </a:p>
        </p:txBody>
      </p:sp>
    </p:spTree>
    <p:extLst>
      <p:ext uri="{BB962C8B-B14F-4D97-AF65-F5344CB8AC3E}">
        <p14:creationId xmlns:p14="http://schemas.microsoft.com/office/powerpoint/2010/main" val="1845480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8DE6E-5787-48BA-825A-52C2F38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APP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24BA-BACC-471D-9A21-248E2BA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product is already taking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EF445-A8F3-4BD1-B455-089462F0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1D1EC-1450-4589-A226-2B950BC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61AE-C7EA-4F10-B5B5-118EEC9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8D44-D255-4F63-B38D-FA6708B59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ac42c21304db3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60020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14312-DA1B-4CE8-8567-2BD26634E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dffcd3be045d3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60020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63BA-AF33-4BFE-A120-BF2EA08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Landing page · privacy cues and live stats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F4552-57F4-4FBE-90CF-58F432E4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Scanner · city choice, upload and sample bills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A0434-AD49-4976-A32C-F3335445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Live UI captures supplied by the team</a:t>
            </a:r>
          </a:p>
        </p:txBody>
      </p:sp>
    </p:spTree>
    <p:extLst>
      <p:ext uri="{BB962C8B-B14F-4D97-AF65-F5344CB8AC3E}">
        <p14:creationId xmlns:p14="http://schemas.microsoft.com/office/powerpoint/2010/main" val="1190483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14FBC-A753-4B48-80D2-21E1720A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PRODUCT IN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6A43F-D9E6-4AB9-97B8-82538AA1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Map and scan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A9686-7889-45A4-8900-8AA6AE43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FCDDB-5802-4C7B-9479-FE0BE0C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E5434-7DB6-4693-8C97-78DDBAB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8528-E4EF-469A-B1F3-F11E9C09B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b83ba7c2c488e"/>
          <a:srcRect xmlns:a="http://schemas.openxmlformats.org/drawingml/2006/main" l="5412" t="0" r="5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81150"/>
            <a:ext cx="6191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9DF9A-FC95-49DC-BC44-FC6D5750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905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C8D9-E057-400A-A57C-C3A09726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24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HOTSPOT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D6478-51DA-40AA-90D7-5E21E3E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Leaflet + OpenStreetMap with city filters and report markers.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F6F5D-FEA4-4724-A453-7D32AEAC8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bd38fe7314f2c"/>
          <a:srcRect xmlns:a="http://schemas.openxmlformats.org/drawingml/2006/main" l="0" t="9892" r="0" b="9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3714750"/>
            <a:ext cx="3905250" cy="1762125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E8585-8F1E-4F49-B093-D0CCF83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19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App flow · upload, analyze and compare</a:t>
            </a:r>
          </a:p>
        </p:txBody>
      </p:sp>
    </p:spTree>
    <p:extLst>
      <p:ext uri="{BB962C8B-B14F-4D97-AF65-F5344CB8AC3E}">
        <p14:creationId xmlns:p14="http://schemas.microsoft.com/office/powerpoint/2010/main" val="1874956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DFAB5-781A-4409-B652-187BF70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BUILD &amp;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DCCF-21DF-4CF9-BBA0-4A66AA12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Privacy and practical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EE79D-CBB2-4272-8905-E1496548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E6070-C2FB-4744-AC47-D3E45A2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A9849-1EB7-423B-BC66-B3CEC06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9E598-010F-4F28-A888-AFD31870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9E96C-51A8-4E0F-B2B7-9123BF60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NO SCANNER PHOTO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D44EC-E9DE-4FCD-8596-6924802B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Images analyzed in memory; not saved by scan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B9B2B-F95F-4924-881B-E115E49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BE87F-F462-426C-98C5-6F126CBA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OFFLINE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F7256-5A15-42D3-B774-82F1AED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5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OCR and manual entry work without Gemini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D4826-9D83-47A7-B9C3-09F19B5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483EC-DA80-4C44-BDDA-83A0FD6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ONE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D9446-03BB-46B8-820E-6368D04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95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Python Reflex app across UI and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C43C2-DF85-4A94-BF29-A246E0A2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6E64A-35D3-4AA1-B7F3-A60E76F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OPEN MAP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1811A-7486-4C84-B9CE-15F21F73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Leaflet + OpenStreetMap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CEC56-73D2-445A-A061-03BA0843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05CC6-73D3-46CB-B96F-37CB296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LOCAL PRICE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F5C5E-D42B-4238-B561-EB95F81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5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JSON references + rapidfuzz 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8813D-D2A6-4D16-A072-A18074A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ED2D1-15BC-4DC8-8FAA-AA17BBE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COMMUNITY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5B92B-D124-43C9-8661-53FAF0F9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05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Traveler submissions stored in SQLite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25201-1E89-498D-9661-6B5A8431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Gemini Flash is optional and needs a configured API key. Avoid claiming “fully private” for every network path.</a:t>
            </a:r>
          </a:p>
        </p:txBody>
      </p:sp>
    </p:spTree>
    <p:extLst>
      <p:ext uri="{BB962C8B-B14F-4D97-AF65-F5344CB8AC3E}">
        <p14:creationId xmlns:p14="http://schemas.microsoft.com/office/powerpoint/2010/main" val="699565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5991D-8CC5-4E43-BFE0-27909690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JUDGE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8E123-0D84-4150-864C-7705C60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Demo: make the price check concrete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7E034-2403-4B1F-9A48-12815FD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23548-D8CD-4839-940A-0FCFF34C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TRAPCHECK  /  KNOW THE LOCAL PRICE BEFORE YOU 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F7A67-53D6-435B-B3A0-AC63D0C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CAC1-D62A-4331-9812-BD4E880F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71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5E190-5942-4733-9935-404172F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1AE7B-7E44-4A3F-B697-37235BE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430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Open Scanner and choose Bangkok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3DE09-BAF0-48D6-9EEF-7350152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671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81F31-7041-4F5C-A789-0BE2BE0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46993-6A98-4CB1-A4E8-D891D65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669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Load the sample bill: Pad Thai, ฿500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1C8C3-334D-4003-9B0D-C3DDCFF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671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DFB28-9B13-492D-BEA2-CB60E92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C22D9-1EE1-42F5-B871-C7555C4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Compare with the shown local range: ฿50–120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11CAB-84F8-455C-AF3D-C395A587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671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708C5-D18C-4D5A-ADF6-EF7E66E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72674-2C04-4968-9475-D0C20E7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Switch to Bali; try Nasi Goreng at IDR 250,000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8EF91-3C95-4BB2-B061-0D9CE1E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671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84551-957A-484B-BA1D-E0F4E69D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05A0F-28E0-48FF-A2F2-492356AD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386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Show the hotspot map, Guardian and Community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98A3-FF5F-4D06-AD41-C6FD0C4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0480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41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12719-C6D0-4CFE-A7BA-8A137F22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6B6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THE NEXT MILE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94453-1484-4C3E-A7AF-580B38C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More destinations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Crowdsourced local prices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Multicurrency support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Offline mobile 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1EE3C-697B-4011-B02A-C5D3A7B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BD5E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D5E1"/>
                </a:solidFill>
              </a:defRPr>
            </a:pPr>
            <a:r>
              <a:rPr sz="1350" b="0">
                <a:solidFill>
                  <a:srgbClr val="BBD5E1"/>
                </a:solidFill>
              </a:rPr>
              <a:t>Millions of travelers deserve a fairer way to check the price in front of them.</a:t>
            </a:r>
          </a:p>
        </p:txBody>
      </p:sp>
    </p:spTree>
    <p:extLst>
      <p:ext uri="{BB962C8B-B14F-4D97-AF65-F5344CB8AC3E}">
        <p14:creationId xmlns:p14="http://schemas.microsoft.com/office/powerpoint/2010/main" val="1121861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2026-10-11T03:42:51.2640000Z</dcterms:created>
  <dcterms:modified xsi:type="dcterms:W3CDTF">2026-10-11T03:42:51.2650000Z</dcterms:modified>
</coreProperties>
</file>